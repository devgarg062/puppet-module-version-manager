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38B5-FE61-0D24-ACFB-CFFFC5BA6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A4F86-98C2-A4F3-C20C-135538C0B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C85EA-3922-F5D2-0BD0-37A86780F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09037-FAE5-C44C-42C9-3702630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220AF-D3E9-9199-2089-5C969232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903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1C79-6218-0BC9-A398-594515DA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8840-5057-4715-9A61-0B4B55AE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CFE8E-A2A3-7900-B555-2A0AA97B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3404D-7C6A-9283-57CA-4ED99E35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9C1A-A675-13AF-E154-C19EA8BA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0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9D94-E7A9-36BB-45F1-230077332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B0B38-CBB4-FA49-8167-242B23739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64C0-DDFE-8ED0-4EC1-BBD81536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07E6-32F7-F9E4-BEE7-BFA85447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497F4-C9BA-FE2B-5663-A4F0A585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50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8947-08EF-007D-108B-F7F0243B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2141B-9C7F-671D-D2EE-EB88EF4EB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6B8C9-A21D-DCCA-CC2F-9BC4568DB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8493-C845-82A5-2BCA-A7CEA506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FF93D-A611-7968-4DB2-DB9672FC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C8927-E6AD-1A9B-2215-440CD561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40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8270-7926-A14E-B978-9537B99C8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81472-90DA-EFF9-D611-3693A23B6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52699-D3A1-DF0E-7F1F-5140CB25A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040DA-0382-5971-948E-5FA7DE5F1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A15EF-03AD-16B7-43DF-ED6FAE13A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B2475-76BE-044E-04DD-31413797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47FCC-08F5-BB60-B141-D6F88AFF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11ECC-4BF5-097F-77B1-FBE1A3D4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25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491B-951E-79AE-4735-0412C79D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515E6-860A-A458-7AE9-4881DF19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C3060-14B1-332E-FB1D-091B13AB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EAE0E-FF30-CFAE-93FD-177785BF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393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8354D-EB0E-E31B-BF22-19948AD4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D5A5F-6F92-E3E0-516E-506F1F65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F7403-7A49-0940-D11A-18ADD6FE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53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6388-C7D4-9CCD-3DE9-32958C912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AFC48-3B54-1D8C-0ADD-545670CB5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19CD0-86C6-C328-E32D-FC27C4349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2F854-1455-FE8F-73B5-4F7911BF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9524B-4303-6993-C5D7-0C77C9E2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3D316-AAAA-AB46-B127-C30E4B2C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21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DB84-7E10-201B-0E78-0283EA69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F4C8A-AD38-7B7D-CB61-646BFB7A6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2BF81-8089-E109-3F2A-8BEE73027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7E8D-8E9B-8775-1453-C761F740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D50F9-FA38-6895-AD91-2F511E0F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49B37-DE9D-9521-1163-FAD68153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8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A227-6AFB-C204-990A-FA7A0FAC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9405D-CB68-F40E-B929-EA275E6A5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A48C-A73D-B580-61F7-71437D6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6D31C-4412-F7C6-D4D6-E0A36D98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1EDF7-8E71-D3DF-0C4F-95AA5163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71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CDDB8-6F12-493F-EB0D-10DC446C4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259AF-AB4A-241E-941C-4CD2B12BD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4F9AE-72A7-8A78-B68C-D7BDA4C8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0BC35-E072-4F55-61BF-C1B83254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AAD72-943A-470F-C4C7-7CDC9CD4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43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4BC89-A115-43DC-2F83-123B4145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9F69F-728C-98A4-5AB3-3F9C30639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D6DD8-633F-5DBF-9CE7-96672E439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5FB8B-7528-4863-A0DE-E1242646D38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EC87E-3FBC-0C89-D4B4-0B0D9B1DD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4E61-07C4-1765-F2AC-8368680D4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D8004-C1E0-4C97-87B9-81E374E0A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7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BF75-0BDB-03EC-B7F5-66AF474393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Puppet Module Version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23A6B-6224-AF56-651F-5A626FF58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3602038"/>
            <a:ext cx="11228439" cy="165576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DevOps Project</a:t>
            </a:r>
          </a:p>
          <a:p>
            <a:pPr algn="r"/>
            <a:endParaRPr lang="en-IN" dirty="0"/>
          </a:p>
          <a:p>
            <a:pPr algn="r"/>
            <a:r>
              <a:rPr lang="en-IN" dirty="0"/>
              <a:t>Dev garg</a:t>
            </a:r>
          </a:p>
          <a:p>
            <a:pPr algn="r"/>
            <a:r>
              <a:rPr lang="en-IN" dirty="0"/>
              <a:t>23fe10cse00335</a:t>
            </a:r>
          </a:p>
        </p:txBody>
      </p:sp>
    </p:spTree>
    <p:extLst>
      <p:ext uri="{BB962C8B-B14F-4D97-AF65-F5344CB8AC3E}">
        <p14:creationId xmlns:p14="http://schemas.microsoft.com/office/powerpoint/2010/main" val="338761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B6C3-CBFC-CEB2-EA9D-39A9D016E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3264" y="491614"/>
            <a:ext cx="7885471" cy="1042066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76D8F1-4FAA-4850-1D8B-745B9AE42F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9703" y="2274838"/>
            <a:ext cx="100062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Puppet modules often have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versions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versions manually can lead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conflicts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inconsistencies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module switching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need a simple way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and switch module versions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62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2457-84E3-3DC5-F91A-6E1D2F6ED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3289"/>
            <a:ext cx="8770374" cy="983073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047D4-A79B-044E-9CB2-59F8C0FD6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2" y="2477729"/>
            <a:ext cx="9527458" cy="2780071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We built a </a:t>
            </a:r>
            <a:r>
              <a:rPr lang="en-US" b="1" dirty="0"/>
              <a:t>CLI-based Puppet Module Version Manager</a:t>
            </a:r>
            <a:r>
              <a:rPr lang="en-US" dirty="0"/>
              <a:t> that allows users to:</a:t>
            </a:r>
          </a:p>
          <a:p>
            <a:pPr algn="l"/>
            <a:r>
              <a:rPr lang="en-US" dirty="0"/>
              <a:t>List available module versions</a:t>
            </a:r>
          </a:p>
          <a:p>
            <a:pPr algn="l"/>
            <a:r>
              <a:rPr lang="en-US" dirty="0"/>
              <a:t>Install specific versions</a:t>
            </a:r>
          </a:p>
          <a:p>
            <a:pPr algn="l"/>
            <a:r>
              <a:rPr lang="en-US" dirty="0"/>
              <a:t>Switch between versions</a:t>
            </a:r>
          </a:p>
          <a:p>
            <a:pPr algn="l"/>
            <a:r>
              <a:rPr lang="en-US" dirty="0"/>
              <a:t>Remove installed modules</a:t>
            </a:r>
          </a:p>
          <a:p>
            <a:pPr algn="l"/>
            <a:r>
              <a:rPr lang="en-US" dirty="0"/>
              <a:t>Track installed versions using a registry file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81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9BA8-56D5-0792-990E-4582C6B83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147483"/>
            <a:ext cx="8544232" cy="914247"/>
          </a:xfrm>
        </p:spPr>
        <p:txBody>
          <a:bodyPr>
            <a:normAutofit fontScale="90000"/>
          </a:bodyPr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1DC58-5432-F7B1-912E-537D8057B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81" y="1199535"/>
            <a:ext cx="7443019" cy="502428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User</a:t>
            </a:r>
          </a:p>
          <a:p>
            <a:r>
              <a:rPr lang="en-IN" dirty="0"/>
              <a:t>   │</a:t>
            </a:r>
          </a:p>
          <a:p>
            <a:r>
              <a:rPr lang="en-IN" dirty="0"/>
              <a:t>   ▼</a:t>
            </a:r>
          </a:p>
          <a:p>
            <a:r>
              <a:rPr lang="en-IN" dirty="0"/>
              <a:t>CLI Tool (manager.py)</a:t>
            </a:r>
          </a:p>
          <a:p>
            <a:r>
              <a:rPr lang="en-IN" dirty="0"/>
              <a:t>   │</a:t>
            </a:r>
          </a:p>
          <a:p>
            <a:r>
              <a:rPr lang="en-IN" dirty="0"/>
              <a:t>   ▼</a:t>
            </a:r>
          </a:p>
          <a:p>
            <a:r>
              <a:rPr lang="en-IN" dirty="0"/>
              <a:t>Module Repository (</a:t>
            </a:r>
            <a:r>
              <a:rPr lang="en-IN" dirty="0" err="1"/>
              <a:t>modules_repo</a:t>
            </a:r>
            <a:r>
              <a:rPr lang="en-IN" dirty="0"/>
              <a:t>)</a:t>
            </a:r>
          </a:p>
          <a:p>
            <a:r>
              <a:rPr lang="en-IN" dirty="0"/>
              <a:t>   │</a:t>
            </a:r>
          </a:p>
          <a:p>
            <a:r>
              <a:rPr lang="en-IN" dirty="0"/>
              <a:t>   ▼</a:t>
            </a:r>
          </a:p>
          <a:p>
            <a:r>
              <a:rPr lang="en-IN" dirty="0"/>
              <a:t>Installed Modules</a:t>
            </a:r>
          </a:p>
          <a:p>
            <a:r>
              <a:rPr lang="en-IN" dirty="0"/>
              <a:t>   │</a:t>
            </a:r>
          </a:p>
          <a:p>
            <a:r>
              <a:rPr lang="en-IN" dirty="0"/>
              <a:t>   ▼</a:t>
            </a:r>
          </a:p>
          <a:p>
            <a:r>
              <a:rPr lang="en-IN" dirty="0" err="1"/>
              <a:t>versions.json</a:t>
            </a:r>
            <a:r>
              <a:rPr lang="en-IN" dirty="0"/>
              <a:t> (Registry)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C1CCE8-B955-1E2A-8481-A22FC5AEA68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38104" y="2788346"/>
            <a:ext cx="457691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 tool handles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Modules stored in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Installed modules tracked in registry</a:t>
            </a:r>
          </a:p>
        </p:txBody>
      </p:sp>
    </p:spTree>
    <p:extLst>
      <p:ext uri="{BB962C8B-B14F-4D97-AF65-F5344CB8AC3E}">
        <p14:creationId xmlns:p14="http://schemas.microsoft.com/office/powerpoint/2010/main" val="286773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BC09-2644-96B9-C9B4-71CB37E6E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684" y="235973"/>
            <a:ext cx="8809703" cy="835589"/>
          </a:xfrm>
        </p:spPr>
        <p:txBody>
          <a:bodyPr>
            <a:normAutofit fontScale="90000"/>
          </a:bodyPr>
          <a:lstStyle/>
          <a:p>
            <a:r>
              <a:rPr lang="en-IN" dirty="0"/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633357-C8E3-EB04-1938-4C17296E65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62865" y="1918906"/>
            <a:ext cx="645401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available module versions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specific module 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 module versions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installed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version registry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multiple modules (Apache, MySQL)</a:t>
            </a:r>
          </a:p>
        </p:txBody>
      </p:sp>
    </p:spTree>
    <p:extLst>
      <p:ext uri="{BB962C8B-B14F-4D97-AF65-F5344CB8AC3E}">
        <p14:creationId xmlns:p14="http://schemas.microsoft.com/office/powerpoint/2010/main" val="3069048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3662-C213-EB2E-3CF1-E8C4DD63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2DFE9-1B03-F2D5-27F4-B19F2BCA7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python manager.py list </a:t>
            </a:r>
            <a:r>
              <a:rPr lang="en-IN" dirty="0" err="1"/>
              <a:t>apache</a:t>
            </a:r>
            <a:endParaRPr lang="en-IN" dirty="0"/>
          </a:p>
          <a:p>
            <a:endParaRPr lang="en-IN" dirty="0"/>
          </a:p>
          <a:p>
            <a:r>
              <a:rPr lang="en-IN" dirty="0"/>
              <a:t>python manager.py install </a:t>
            </a:r>
            <a:r>
              <a:rPr lang="en-IN" dirty="0" err="1"/>
              <a:t>apache</a:t>
            </a:r>
            <a:r>
              <a:rPr lang="en-IN" dirty="0"/>
              <a:t> 1.0.0</a:t>
            </a:r>
          </a:p>
          <a:p>
            <a:endParaRPr lang="en-IN" dirty="0"/>
          </a:p>
          <a:p>
            <a:r>
              <a:rPr lang="en-IN" dirty="0"/>
              <a:t>python manager.py current</a:t>
            </a:r>
          </a:p>
          <a:p>
            <a:endParaRPr lang="en-IN" dirty="0"/>
          </a:p>
          <a:p>
            <a:r>
              <a:rPr lang="en-IN" dirty="0"/>
              <a:t>python manager.py install </a:t>
            </a:r>
            <a:r>
              <a:rPr lang="en-IN" dirty="0" err="1"/>
              <a:t>apache</a:t>
            </a:r>
            <a:r>
              <a:rPr lang="en-IN" dirty="0"/>
              <a:t> 1.1.0</a:t>
            </a:r>
          </a:p>
          <a:p>
            <a:endParaRPr lang="en-IN" dirty="0"/>
          </a:p>
          <a:p>
            <a:r>
              <a:rPr lang="en-IN" dirty="0"/>
              <a:t>python manager.py remove </a:t>
            </a:r>
            <a:r>
              <a:rPr lang="en-IN" dirty="0" err="1"/>
              <a:t>apache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09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C53EE-D828-2B20-52E3-19B3AF1E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2447D-EC32-1A68-E140-58330E089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Dependency management between modules</a:t>
            </a:r>
          </a:p>
          <a:p>
            <a:r>
              <a:rPr lang="en-US" dirty="0"/>
              <a:t>Semantic version validation</a:t>
            </a:r>
          </a:p>
          <a:p>
            <a:r>
              <a:rPr lang="en-US" dirty="0"/>
              <a:t>Integration with real Puppet environments</a:t>
            </a:r>
          </a:p>
          <a:p>
            <a:r>
              <a:rPr lang="en-US" dirty="0"/>
              <a:t>Web-based dashboard for module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66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210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Puppet Module Version Manager</vt:lpstr>
      <vt:lpstr>Problem Statement</vt:lpstr>
      <vt:lpstr>Proposed Solution</vt:lpstr>
      <vt:lpstr>System Architecture</vt:lpstr>
      <vt:lpstr>Key Features</vt:lpstr>
      <vt:lpstr>Demo Commands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garg</dc:creator>
  <cp:lastModifiedBy>Dev garg</cp:lastModifiedBy>
  <cp:revision>1</cp:revision>
  <dcterms:created xsi:type="dcterms:W3CDTF">2026-03-09T18:14:04Z</dcterms:created>
  <dcterms:modified xsi:type="dcterms:W3CDTF">2026-03-09T18:24:23Z</dcterms:modified>
</cp:coreProperties>
</file>